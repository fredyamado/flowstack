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COMPETENCIA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— Agencia de Marketing Digital con Agentes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/ Colombia | Junio 2026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0175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competidores analizados  |  5 deep dives  | 14 slides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FlowStack ©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bogotano de agencias marketing+IA tiene espacio para un competidor técnico con precios agresivos. Los líderes actuales están en Medellín, dejando a Bogotá como territorio con oportunidad.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marketing+IA en Colombia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154680" y="182880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15468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tope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1546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ToGrow lidera en volumen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5760720" y="182880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65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607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$29/mes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576072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76072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vs $3-10M consultoría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356616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3611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competidor combina las 3 cosas que FlowStack ofrece: agentes AI especializados (5 roles), stack moderno (Next.js + OpenRouter) y costo operativo bajo al no depender de WordPress ni equipos grandes.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Scraping directo de sitios web, junio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Panorama Competitivo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502920"/>
                <a:gridCol w="594360"/>
                <a:gridCol w="9601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Competidor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 Propias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btodigital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Medellín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Ranqio, ShopiUP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ToGrow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Medellín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agentes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Go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Asisomos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Bogotá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Digital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Bogotá/Orlando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NeuroAgentes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Eagencia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SmartBizz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FlowStack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Bogotá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especializados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Ruflo, campaign, design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destacado en teal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recopilados de sitios web oficiales, junio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por Competidor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btodigital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ToGrow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Asisomos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FlowStack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Pauta Digital (Ads)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de Contenidos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Web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React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Next.js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Shopify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Woo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Claude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 agentes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Genérico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 roles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Ranqio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Smart Go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Básica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n8n + CLI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Médico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Fuerte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App/Software Propio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3 apps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Smart Go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3 tools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Ofrece el servicio | ✗ = No lo ofrece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btodigital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51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· 10+ años · 400+ clientes · Google Partner Premier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SAAS propias: Ranqio (SEO IA), ShopiUP (Shopify IA)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 cuantificables: UPB (+153%), EIA (1,313% ROAS)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reseñas 5.0★ en Google — marca consolidada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grandes: Hyundai, Grupo Argos, Celsia, B.Braun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Partner Premier + Shopify Partner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Ubicada en Medellín — sin presencia en Bogotá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WordPress/Shopify tradicional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revelan precios — barrera de entrada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Aceptan solo 3 nuevos clientes al mes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plataformas terceras (Clientify, Google)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918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Claude · Gemini · WordPress · Shopify · Clientify · Google Cloud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FlowStack: Stack moderno (Next.js + OpenRouter) con costos operativos mucho menores. btodigital gasta en WordPress, Shopify, Clientify, Google Cloud — nosotros tenemos todo en VPS + n8n.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btodigital.com | Scraped junio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ToGrow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515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· 12 años · 1,500+ clientes · 25 expertos · +10 países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agentes IA propios operando internamente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 Up: plataforma centralizada WhatsApp/CRM/agenda/cobros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en USA (+1 954 932 5572) — alcance internacional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anual 30% últimos 5 años (auto-reportado)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variado: React, AWS, WordPress, Meta, Google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— sin presencia física en Bogotá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WordPress con Elementor (pesado, lento)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no públicos — sin transparencia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logos de clientes sin nombres reconocibles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fragmentado (WordPress + React = mantenimiento doble)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918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· AWS · WordPress · Elementor · Meta · Google · Ahrefs · ClickUp · ChatGPT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FlowStack: ToGrow tiene 5 agentes IA pero con stack fragmentado. FlowStack ofrece agentes especializados con stack unificado (Next.js + n8n + OpenRouter) a menor costo.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togrowagencia.com | Scraped junio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Asisomos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515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· 11+ años · Clientes: Grupo Éxito, Pavco, BID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en Bogotá — mismo mercado objetivo de FlowStack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fuerte en marketing médico (ventaja en salud)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corporativos grandes: Grupo Éxito, Pavco, BID, Orbia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portafolio de servicios tradicionales (branding, web, SEO, pauta)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años de contenido en blog — autoridad SEO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WordPress tradicional — sin IA real incorporada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agentes IA especializados (solo automatización genérica)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SAAS propias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principal en marketing médico — nicho limitado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no públicos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918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WordPress · Google · Meta · Shopify · WooCommerce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FlowStack: Asisomos es el competidor más directo (Bogotá, marketing digital) pero sin IA real. FlowStack ofrece lo mismo + agentes IA especializados + automatización real + precios transparentes.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asisomos.co | Scraped junio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Digital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515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+ Orlando · 20 años · ProColombia · 4.8★ Clutch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años de experiencia — la más veterana del análisis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internacional: Bogotá + Orlando, Florida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corporativos: MAPFRE, Cencosud, Sony Music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ProColombia — respaldo gubernamental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4.8★ en Clutch con reseñas verificadas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ofrecen agentes IA — stack puramente tradicional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tecnológicas propias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desactualizado (WordPress antiguo)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pequeño — sin escalabilidad aparente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PYMES pero con precios de agencia tradicional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918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Google Analytics · Semrush · Metricool · Trello · Nifty · ChatGPT básico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FlowStack: ON Digital es el más vulnerable — 20 años en el mercado pero sin IA, sin herramientas propias, sin stack moderno. FlowStack entra con tecnología muy superior a fracción del costo.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ondigital.co | Scraped junio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 por Competidor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btodigital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ToGrow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Asisomos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FlowStack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CMS/Frontend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WP+React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AI/LLM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Go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Genérico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Ranqio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agentes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+ CLI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VPS+Coolify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Ranqio,ShopiUP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Go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Ruflo+CLIs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es el único con stack moderno (Next.js + PostgreSQL) y multi-modelo LLM. Los competidores usan WordPress como base.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técnica basada en scraping de sitios web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Competitivas de FlowStack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FlowStack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público ($3-10M/mes)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$29/mes — público y fijo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WordPress/Shopify/Legacy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+ OpenRouter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genéricos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especializados (Mark, Andy, Barry, Brayan, Frank)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 propias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btodigital y ToGrow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Ruflo + campaign-cli + design-cli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Medellín (líderes) o Bogotá (legacy)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Bogotá + remoto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 publica precios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Planes desde $0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Consultoría upfront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mensual sin compromiso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compite en precio, tecnología y ubicación. La combinación stack moderno + precios bajos + Bogotá es única.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FlowStack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Amenazas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btodigital llega a Bogotá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 marca, casos de éxito, Partner Premier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presencia local antes, precios transparentes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ToGrow escala sus agentes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tiene 5 agentes IA + Smart Go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Enfocarse en calidad y personalización vs cantidad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Guerra de precios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bajan a $29/mes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Competir en especialización técnica y atención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de casos de éxito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clientes vs 400+ de competidores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gratis a 3 startups a cambio de caso de estudio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nueva vs 10-20 años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Percepción de riesgo en clientes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local, contenido educativo, alianzas estratégicas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 estratégico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Brechas de Mercado para FlowStack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96012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005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transparentes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234440" y="12527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competidor publica precios. FlowStack sí ($0/$29/custom). Ventaja psicológica enorme.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48640" y="170992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1709928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1755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automatización real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34440" y="2002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ofrece consultoría + WordPress. FlowStack ofrece automatización real con n8n + agentes.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48640" y="245973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" y="2459736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968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5054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+ stack moderno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234440" y="27523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agencias IA de Medellín tienen poca presencia en Bogotá. Las de Bogotá tienen stack WordPress sin IA real.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48640" y="320954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3209544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4670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2552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personalidad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234440" y="3502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tiene 5 agentes con roles específicos. Ningún competidor tiene agentes con identidad propia.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48640" y="395935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48640" y="3959352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96512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40050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cuotas ni contratos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23444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SaaS puro vs agencias que cobran consultoría upfront. Barrera de entrada mucho menor.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brechas identificadas en el mercado colombiano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Posicionamiento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3017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188720"/>
            <a:ext cx="0" cy="301752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14400" y="2697480"/>
            <a:ext cx="73152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1440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Bajo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Baja 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229600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IA →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43100" y="1874520"/>
            <a:ext cx="137160" cy="137160"/>
          </a:xfrm>
          <a:prstGeom prst="oval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8333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btodigital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08860" y="2025396"/>
            <a:ext cx="137160" cy="137160"/>
          </a:xfrm>
          <a:prstGeom prst="oval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984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ToGrow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577340" y="2176272"/>
            <a:ext cx="137160" cy="137160"/>
          </a:xfrm>
          <a:prstGeom prst="oval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21351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Asisomos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211580" y="2327148"/>
            <a:ext cx="137160" cy="137160"/>
          </a:xfrm>
          <a:prstGeom prst="oval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Digital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300216" y="3351276"/>
            <a:ext cx="201168" cy="20116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3421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FlowStack se posiciona en el cuadrante ideal: alta especialización IA + precio bajo. Único competidor en ese espacio.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precio vs especialización técnica en IA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 y Nicho Recomendado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325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$29/mes vs miles en consultoría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OpenRouter + n8n vs WordPress + ChatGPT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6888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514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vs Medellín (btodigital, ToGrow)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6324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108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especializados con personalidades vs 1-2 genéricos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inmediato: Conseguir 3-5 clientes en Bogotá como casos de estudio, construir SEO local, y escalar desde ahí.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competir en: volumen de clientes, casos de éxito previos o reconocimiento de marca.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Competencia - FlowStack</dc:title>
  <dc:subject>PptxGenJS Presentation</dc:subject>
  <dc:creator>FlowStack</dc:creator>
  <cp:lastModifiedBy>FlowStack</cp:lastModifiedBy>
  <cp:revision>1</cp:revision>
  <dcterms:created xsi:type="dcterms:W3CDTF">2026-06-11T18:52:38Z</dcterms:created>
  <dcterms:modified xsi:type="dcterms:W3CDTF">2026-06-11T18:52:38Z</dcterms:modified>
</cp:coreProperties>
</file>